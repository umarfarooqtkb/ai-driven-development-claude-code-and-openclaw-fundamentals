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AI-Driven Engineering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 focus my engineering work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00888" y="2148840"/>
            <a:ext cx="3383280" cy="3977640"/>
          </a:xfrm>
          <a:prstGeom prst="roundRect">
            <a:avLst>
              <a:gd name="adj" fmla="val 3243"/>
            </a:avLst>
          </a:prstGeom>
          <a:solidFill>
            <a:srgbClr val="1B2C4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03908" y="2560320"/>
            <a:ext cx="777240" cy="777240"/>
          </a:xfrm>
          <a:prstGeom prst="ellipse">
            <a:avLst/>
          </a:prstGeom>
          <a:solidFill>
            <a:srgbClr val="24365C"/>
          </a:solidFill>
          <a:ln/>
        </p:spPr>
      </p:sp>
      <p:pic>
        <p:nvPicPr>
          <p:cNvPr id="6" name="Image 0" descr="icon_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3072" y="27294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5208" y="3566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Multi-Cloud Platforms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20928" y="425196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B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with Microsoft Azure and Google Cloud.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04208" y="2148840"/>
            <a:ext cx="3383280" cy="3977640"/>
          </a:xfrm>
          <a:prstGeom prst="roundRect">
            <a:avLst>
              <a:gd name="adj" fmla="val 3243"/>
            </a:avLst>
          </a:prstGeom>
          <a:solidFill>
            <a:srgbClr val="1B2C4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07228" y="2560320"/>
            <a:ext cx="777240" cy="777240"/>
          </a:xfrm>
          <a:prstGeom prst="ellipse">
            <a:avLst/>
          </a:prstGeom>
          <a:solidFill>
            <a:srgbClr val="24365C"/>
          </a:solidFill>
          <a:ln/>
        </p:spPr>
      </p:sp>
      <p:pic>
        <p:nvPicPr>
          <p:cNvPr id="11" name="Image 1" descr="icon_secur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92" y="272948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8528" y="3566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&amp; Security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24248" y="425196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B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cloud infrastructure, security, and deployment workflows.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07528" y="2148840"/>
            <a:ext cx="3383280" cy="3977640"/>
          </a:xfrm>
          <a:prstGeom prst="roundRect">
            <a:avLst>
              <a:gd name="adj" fmla="val 3243"/>
            </a:avLst>
          </a:prstGeom>
          <a:solidFill>
            <a:srgbClr val="1B2C4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10548" y="2560320"/>
            <a:ext cx="777240" cy="777240"/>
          </a:xfrm>
          <a:prstGeom prst="ellipse">
            <a:avLst/>
          </a:prstGeom>
          <a:solidFill>
            <a:srgbClr val="24365C"/>
          </a:solidFill>
          <a:ln/>
        </p:spPr>
      </p:sp>
      <p:pic>
        <p:nvPicPr>
          <p:cNvPr id="16" name="Image 2" descr="icon_a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9712" y="272948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81848" y="3566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Development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27568" y="425196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B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Studying AI-Driven Development to build AI-assisted engineering workflows.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2026-07-13T08:06:08Z</dcterms:created>
  <dcterms:modified xsi:type="dcterms:W3CDTF">2026-07-13T08:06:08Z</dcterms:modified>
</cp:coreProperties>
</file>